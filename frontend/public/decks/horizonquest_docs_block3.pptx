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WORD PROCESSING · BLOCK 3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Tools &amp; Finishing Your Document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Edit smart, organize with tables, and export clean.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Find &amp; Replace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Build and edit tables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Add headers, footers &amp; page numbers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Export your document as a 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Find &amp; Replace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Locates text and can swap it for new text.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'Replace All' changes every match in one click.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Great for fixing a repeated typo everywhere.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table organizes data in rows and columns of cells.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cell is where a row and column meet.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3x4 = columns x rows. Right-click to add rows/columns.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Headers, Footers &amp; Page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Header = top margin of every page; Footer = bottom margin.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Put your name or page numbers here to appear on every page.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Added from the Insert menu.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Export to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PDF looks the same on any device and can't be easily edited.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File -&gt; Download/Export as PDF.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Proofread and check formatting before you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Find &amp; Replace fixes text fast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Tables = rows + columns of cells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Name/page numbers go in the header or footer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Submit as a PDF so your layout stays 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