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EMAIL · BLOCK 3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Recipients, Attachments, Formatting &amp; Etiquette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Send like a professional — the right fields, files, formatting, and tone.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Choose the right recipient field: To, Cc, Bcc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Attach a file and mention it in your message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formatting (bold, bullets, signature) to be clear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Write with professional etiquette and 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Choosing To / Cc / Bcc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To → the main recipient(s)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Cc → people who need a copy for awareness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Bcc → copy someone privately (others can't see the address)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Choosing the right field shows you understand who the message is for.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Attachments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An attachment is a file sent along with the email (look for the paperclip)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Common type for a document: PDF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Always mention the attachment in your message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Forgot to attach it? The reader is left confused — double-check before sending.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Formatting Your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Bold a key word to draw attention to important info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a bulleted list when you have several items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Add a signature with your name (and role/contact)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Formatting should make the message clearer — not just decorate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Etiquette &amp; 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Be polite and professional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WRITING IN ALL CAPS reads as shouting — avoid it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Formal tone for a teacher, principal, or employer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Informal tone is okay for a close friend or family member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Proofread for tone, grammar, and spelling before you send.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Capstone: Manage Your Morning Inbox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Put it all together in a real inbox: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Locate and open the right emails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Reply and forward appropriately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Compose a professional email with correct recipients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Follow email protocol every time — greeting, message, sign-off.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To = main · Cc = visible copy · Bcc = hidden copy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Mention every attachment you add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Professional tone + correct spelling = you look careful and capable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