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286000"/>
            <a:ext cx="164592" cy="182880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2D3EE"/>
                </a:solidFill>
                <a:latin typeface="Outfit"/>
              </a:rPr>
              <a:t>EMAIL · BLOCK 3</a:t>
            </a:r>
          </a:p>
          <a:p>
            <a:pPr>
              <a:spcBef>
                <a:spcPts val="600"/>
              </a:spcBef>
            </a:pPr>
            <a:r>
              <a:rPr sz="4600" b="1" i="0">
                <a:solidFill>
                  <a:srgbClr val="F7FAFC"/>
                </a:solidFill>
                <a:latin typeface="Cormorant Garamond"/>
              </a:rPr>
              <a:t>Recipients, Attachments, Formatting &amp; Etiquette</a:t>
            </a:r>
          </a:p>
          <a:p>
            <a:pPr>
              <a:spcBef>
                <a:spcPts val="1000"/>
              </a:spcBef>
            </a:pPr>
            <a:r>
              <a:rPr sz="2000" b="0" i="0">
                <a:solidFill>
                  <a:srgbClr val="94A3B8"/>
                </a:solidFill>
                <a:latin typeface="Outfit"/>
              </a:rPr>
              <a:t>Send like a professional — the right fields, files, formatting, and tone.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2D3EE"/>
                </a:solidFill>
                <a:latin typeface="Outfit"/>
              </a:rPr>
              <a:t>HorizonQuest · CTE Skill 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Learning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Choose the right recipient field: To, Cc, Bcc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Attach a file and mention it in your message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Use formatting (bold, bullets, signature) to be clear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Write with professional etiquette and tone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Choosing To / Cc / Bcc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 → the main recipient(s)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Cc → people who need a copy for awareness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Bcc → copy someone privately (others can't see the address)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Choosing the right field shows you understand who the message is for.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Attachments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An attachment is a file sent along with the email (look for the paperclip)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Common type for a document: PDF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Always mention the attachment in your message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Forgot to attach it? The reader is left confused — double-check before sending.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Formatting Your Message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Bold a key word to draw attention to important info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Use a bulleted list when you have several items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Add a signature with your name (and role/contact)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Formatting should make the message clearer — not just decorate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Etiquette &amp; 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Be polite and professional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WRITING IN ALL CAPS reads as shouting — avoid it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Formal tone for a teacher, principal, or employer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Informal tone is okay for a close friend or family member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Proofread for tone, grammar, and spelling before you send.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Capstone: Manage Your Morning Inbox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1">
                <a:solidFill>
                  <a:srgbClr val="94A3B8"/>
                </a:solidFill>
                <a:latin typeface="Outfit"/>
              </a:rPr>
              <a:t>Put it all together in a real inbox: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Locate and open the right emails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Reply and forward appropriately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22D3EE"/>
                </a:solidFill>
                <a:latin typeface="Outfit"/>
              </a:rPr>
              <a:t>• 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Compose a professional email with correct recipients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Follow email protocol every time — greeting, message,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48640"/>
            <a:ext cx="146304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7FAFC"/>
                </a:solidFill>
                <a:latin typeface="Cormorant Garamond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424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To = main · Cc = visible copy · Bcc = hidden copy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Mention every attachment you add</a:t>
            </a:r>
          </a:p>
          <a:p>
            <a:pPr>
              <a:spcAft>
                <a:spcPts val="600"/>
              </a:spcAft>
            </a:pPr>
            <a:r>
              <a:rPr sz="1800" b="1" i="0">
                <a:solidFill>
                  <a:srgbClr val="FB923C"/>
                </a:solidFill>
                <a:latin typeface="Outfit"/>
              </a:rPr>
              <a:t>▸ </a:t>
            </a:r>
            <a:r>
              <a:rPr sz="1800" b="0" i="0">
                <a:solidFill>
                  <a:srgbClr val="F7FAFC"/>
                </a:solidFill>
                <a:latin typeface="Outfit"/>
              </a:rPr>
              <a:t>Professional tone + correct spelling = you look careful and capable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