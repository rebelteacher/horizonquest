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286000"/>
            <a:ext cx="164592" cy="1828800"/>
          </a:xfrm>
          <a:prstGeom prst="rect">
            <a:avLst/>
          </a:prstGeom>
          <a:solidFill>
            <a:srgbClr val="FB92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 i="0">
                <a:solidFill>
                  <a:srgbClr val="22D3EE"/>
                </a:solidFill>
                <a:latin typeface="Outfit"/>
              </a:rPr>
              <a:t>SPREADSHEETS · BLOCK 3</a:t>
            </a:r>
          </a:p>
          <a:p>
            <a:pPr>
              <a:spcBef>
                <a:spcPts val="600"/>
              </a:spcBef>
            </a:pPr>
            <a:r>
              <a:rPr sz="4600" b="1" i="0">
                <a:solidFill>
                  <a:srgbClr val="F7FAFC"/>
                </a:solidFill>
                <a:latin typeface="Cormorant Garamond"/>
              </a:rPr>
              <a:t>Charts &amp; Organizing Workbooks</a:t>
            </a:r>
          </a:p>
          <a:p>
            <a:pPr>
              <a:spcBef>
                <a:spcPts val="1000"/>
              </a:spcBef>
            </a:pPr>
            <a:r>
              <a:rPr sz="2000" b="0" i="0">
                <a:solidFill>
                  <a:srgbClr val="94A3B8"/>
                </a:solidFill>
                <a:latin typeface="Outfit"/>
              </a:rPr>
              <a:t>Pie charts, worksheet tabs, and a real gradebook.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6126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22D3EE"/>
                </a:solidFill>
                <a:latin typeface="Outfit"/>
              </a:rPr>
              <a:t>HorizonQuest · CTE Skill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Learning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By the end of this lesson you will be able to: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Make a pie chart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multiple worksheet tabs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Organize a gradebook with formulas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Pie Charts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pie chart shows parts of a whole (percentages).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Each slice is a portion of the total; slices add up to 100%.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Great for budgets or survey shares.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Worksheets &amp; Tabs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 workbook (file) can hold several worksheets.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Sheet tabs are at the bottom; the + adds a new one.</a:t>
            </a:r>
          </a:p>
          <a:p>
            <a:pPr>
              <a:spcAft>
                <a:spcPts val="600"/>
              </a:spcAft>
            </a:pPr>
            <a:r>
              <a:rPr sz="1500" b="0" i="1">
                <a:solidFill>
                  <a:srgbClr val="94A3B8"/>
                </a:solidFill>
                <a:latin typeface="Outfit"/>
              </a:rPr>
              <a:t>Rename tabs (e.g., 'Term 1') to stay organized.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Capstone: Gradebook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22D3EE"/>
                </a:solidFill>
                <a:latin typeface="Outfit"/>
              </a:rPr>
              <a:t>• 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Use formulas to average grades and find the top/low scores.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Add a summary row and a chart to see the class at a glance.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412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0080" y="548640"/>
            <a:ext cx="146304" cy="64008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i="0">
                <a:solidFill>
                  <a:srgbClr val="F7FAFC"/>
                </a:solidFill>
                <a:latin typeface="Cormorant Garamond"/>
              </a:rPr>
              <a:t>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42416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Pie chart = parts of a whole (100%)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One workbook can hold many worksheets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Rename tabs to stay organized</a:t>
            </a:r>
          </a:p>
          <a:p>
            <a:pPr>
              <a:spcAft>
                <a:spcPts val="600"/>
              </a:spcAft>
            </a:pPr>
            <a:r>
              <a:rPr sz="1800" b="1" i="0">
                <a:solidFill>
                  <a:srgbClr val="FB923C"/>
                </a:solidFill>
                <a:latin typeface="Outfit"/>
              </a:rPr>
              <a:t>▸ </a:t>
            </a:r>
            <a:r>
              <a:rPr sz="1800" b="0" i="0">
                <a:solidFill>
                  <a:srgbClr val="F7FAFC"/>
                </a:solidFill>
                <a:latin typeface="Outfit"/>
              </a:rPr>
              <a:t>Combine formulas + charts in a gradebook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