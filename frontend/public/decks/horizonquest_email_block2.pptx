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286000"/>
            <a:ext cx="164592" cy="182880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2D3EE"/>
                </a:solidFill>
                <a:latin typeface="Outfit"/>
              </a:rPr>
              <a:t>EMAIL · BLOCK 2</a:t>
            </a:r>
          </a:p>
          <a:p>
            <a:pPr>
              <a:spcBef>
                <a:spcPts val="600"/>
              </a:spcBef>
            </a:pPr>
            <a:r>
              <a:rPr sz="4600" b="1" i="0">
                <a:solidFill>
                  <a:srgbClr val="F7FAFC"/>
                </a:solidFill>
                <a:latin typeface="Cormorant Garamond"/>
              </a:rPr>
              <a:t>Replying, Forwarding &amp; Composing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94A3B8"/>
                </a:solidFill>
                <a:latin typeface="Outfit"/>
              </a:rPr>
              <a:t>Respond the right way, forward with a note, and write a complete email.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2D3EE"/>
                </a:solidFill>
                <a:latin typeface="Outfit"/>
              </a:rPr>
              <a:t>HorizonQuest · CTE Skill Studio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Learning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Reply to the sender vs. Reply All to everyone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Forward an email to someone new (with a short note)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Compose a brand-new email from scratch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Always follow email protocol: greeting, message, sign-off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Reply vs. Reply 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Reply → sends your response to the original sender only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Reply All → sends to the sender AND everyone else on the email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The subject automatically starts with "Re:"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Use Reply All only when everyone truly needs your answer</a:t>
            </a:r>
          </a:p>
          <a:p>
            <a:pPr>
              <a:spcAft>
                <a:spcPts val="600"/>
              </a:spcAft>
            </a:pPr>
            <a:r>
              <a:rPr sz="1500" b="0" i="1">
                <a:solidFill>
                  <a:srgbClr val="94A3B8"/>
                </a:solidFill>
                <a:latin typeface="Outfit"/>
              </a:rPr>
              <a:t>Reply-All-ing a whole class for a one-person answer spams everyone.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Forwarding an Email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Forwarding = sending an email on to a new person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The subject starts with "Fwd:"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Put the new recipient in the To line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Add a short note explaining why you're forwarding 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Composing a New Email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Start a fresh message from scratch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To: the main recipient's address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Subject: short and clear about the topic (never leave it blank!)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Body: your actual message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Greeting + sign-off make it complete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Follow Email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1">
                <a:solidFill>
                  <a:srgbClr val="94A3B8"/>
                </a:solidFill>
                <a:latin typeface="Outfit"/>
              </a:rPr>
              <a:t>Every email you send should have three parts: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A greeting — e.g., "Dear Ms. Lee," or "Hi Coach,"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A real message — a few clear sentences of your own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A sign-off — e.g., "Thanks, Jordan" or "Sincerely, ..."</a:t>
            </a:r>
          </a:p>
          <a:p>
            <a:pPr>
              <a:spcAft>
                <a:spcPts val="600"/>
              </a:spcAft>
            </a:pPr>
            <a:r>
              <a:rPr sz="1500" b="0" i="1">
                <a:solidFill>
                  <a:srgbClr val="94A3B8"/>
                </a:solidFill>
                <a:latin typeface="Outfit"/>
              </a:rPr>
              <a:t>Even a quick reply follows this — never send a blank email for credit.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Re: = reply · Fwd: = forward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Reply = sender only · Reply All = everyone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Always greet, write a real message, and sign off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