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64592" cy="18288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2D3EE"/>
                </a:solidFill>
                <a:latin typeface="Outfit"/>
              </a:rPr>
              <a:t>PRESENTATIONS · BLOCK 1</a:t>
            </a:r>
          </a:p>
          <a:p>
            <a:pPr>
              <a:spcBef>
                <a:spcPts val="600"/>
              </a:spcBef>
            </a:pPr>
            <a:r>
              <a:rPr sz="4600" b="1" i="0">
                <a:solidFill>
                  <a:srgbClr val="F7FAFC"/>
                </a:solidFill>
                <a:latin typeface="Cormorant Garamond"/>
              </a:rPr>
              <a:t>Slide Basics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94A3B8"/>
                </a:solidFill>
                <a:latin typeface="Outfit"/>
              </a:rPr>
              <a:t>Start a deck and keep it clean and readable.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2D3EE"/>
                </a:solidFill>
                <a:latin typeface="Outfit"/>
              </a:rPr>
              <a:t>HorizonQuest · CTE Skill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Learning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By the end of this lesson you will be able to: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Build a title slide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Write clear bullet points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Use the 5x5 rule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Keep slides easy to read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The Title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The first slide introduces your topic.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Include a clear title (and your name).</a:t>
            </a:r>
          </a:p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A 'deck' is the whole set of slides.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Bullets &amp; the 5x5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Body text should be short bullet points, not paragraphs.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5x5 rule: about 5 bullets, ~5 words each.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Short bullets keep the audience listening, not reading.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Keep Slides Clean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Every slide needs a clear title.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Too much text is hard to read from the back of the room.</a:t>
            </a:r>
          </a:p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Split a crowded slide into two.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Title slide introduces the topic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Short bullets, not paragraphs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5x5 keeps it readable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The audience listens to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