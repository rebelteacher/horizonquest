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64592" cy="16459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7FAFC"/>
                </a:solidFill>
                <a:latin typeface="Cormorant Garamond"/>
              </a:rPr>
              <a:t>HorizonQuest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D3EE"/>
                </a:solidFill>
                <a:latin typeface="Outfit"/>
              </a:rPr>
              <a:t>Midnight blue · electric teal · sunrise orange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7FAFC"/>
                </a:solidFill>
                <a:latin typeface="Cormorant Garamond"/>
              </a:rPr>
              <a:t>Slide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7FAFC"/>
                </a:solidFill>
                <a:latin typeface="Outfit"/>
              </a:rPr>
              <a:t>This is body text in the theme font.</a:t>
            </a:r>
          </a:p>
          <a:p>
            <a:r>
              <a:rPr sz="1800">
                <a:solidFill>
                  <a:srgbClr val="22D3EE"/>
                </a:solidFill>
                <a:latin typeface="Outfit"/>
              </a:rPr>
              <a:t>•  Accent bullet — teal marker</a:t>
            </a:r>
          </a:p>
          <a:p>
            <a:r>
              <a:rPr sz="1800">
                <a:solidFill>
                  <a:srgbClr val="F7FAFC"/>
                </a:solidFill>
                <a:latin typeface="Outfit"/>
              </a:rPr>
              <a:t>•  Another key point</a:t>
            </a:r>
          </a:p>
          <a:p>
            <a:r>
              <a:rPr sz="1800">
                <a:solidFill>
                  <a:srgbClr val="94A3B8"/>
                </a:solidFill>
                <a:latin typeface="Outfit"/>
              </a:rPr>
              <a:t>•  Supporting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orizonQuest">
      <a:dk1>
        <a:srgbClr val="04121F"/>
      </a:dk1>
      <a:lt1>
        <a:srgbClr val="F7FAFC"/>
      </a:lt1>
      <a:dk2>
        <a:srgbClr val="0B1B30"/>
      </a:dk2>
      <a:lt2>
        <a:srgbClr val="94A3B8"/>
      </a:lt2>
      <a:accent1>
        <a:srgbClr val="22D3EE"/>
      </a:accent1>
      <a:accent2>
        <a:srgbClr val="FB923C"/>
      </a:accent2>
      <a:accent3>
        <a:srgbClr val="818CF8"/>
      </a:accent3>
      <a:accent4>
        <a:srgbClr val="34D399"/>
      </a:accent4>
      <a:accent5>
        <a:srgbClr val="E11D48"/>
      </a:accent5>
      <a:accent6>
        <a:srgbClr val="F59E0B"/>
      </a:accent6>
      <a:hlink>
        <a:srgbClr val="22D3EE"/>
      </a:hlink>
      <a:folHlink>
        <a:srgbClr val="818CF8"/>
      </a:folHlink>
    </a:clrScheme>
    <a:fontScheme name="HorizonQuest">
      <a:majorFont>
        <a:latin typeface="Cormorant Garamond"/>
        <a:ea typeface=""/>
        <a:cs typeface=""/>
      </a:majorFont>
      <a:minorFont>
        <a:latin typeface="Outfi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