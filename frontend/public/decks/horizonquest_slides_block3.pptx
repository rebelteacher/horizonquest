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PRESENTATIONS · BLOCK 3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Delivering Your Presentation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Animations, notes, and presenting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animations and transitions well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Write speaker notes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Present confidently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Animations vs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Animation = how an element appears WITHIN a slide.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Transition = how you move from one slide to the NEXT.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them sparingly — too many distract.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Speaker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Private notes that help YOU present (the audience doesn't see them).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Write key facts and reminders for each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Capstone: Present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Rehearse using your speaker notes.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Talk to the audience — don't read the slides.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Clean slides + subtle transitions + good notes = a strong talk.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Animation = within a slide; transition = between slides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effects sparingly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Speaker notes are just for you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Rehearse, then talk TO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