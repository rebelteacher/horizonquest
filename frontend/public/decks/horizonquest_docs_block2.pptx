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WORD PROCESSING · BLOCK 2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Paragraphs, Spacing &amp; Lists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Shape how your text sits on the 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Align text left, center, right, or justified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Adjust line spacing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Make bulleted and numbered lists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Insert symbols and hyperlinks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Left = lines up on the left (normal for body text)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Center = centered (great for titles)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Right = lines up on the right (dates)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Justify = straight on BOTH edges, like a newspaper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Line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Controls the vertical space between lines.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Single (1.0), 1.5, and Double (2.0) are common.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More spacing = easier to read and mark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Bulleted list = items with no particular order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Numbered list = steps in a specific order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Select the lines, then click the list button.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Symbols &amp; Hyperlinks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Insert -&gt; Symbol adds characters not on the keyboard (like Omega or ©).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hyperlink lets a reader click to jump to a web page.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The display text is what the reader sees and clicks.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Left = body, Center = titles, Justify = both edges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More line spacing = easier to read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Numbered = order matters; bulleted = it doesn't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Insert -&gt; Symbol for special characters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