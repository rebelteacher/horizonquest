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64592" cy="1828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Outfit"/>
              </a:rPr>
              <a:t>EMAIL · BLOCK 1</a:t>
            </a:r>
          </a:p>
          <a:p>
            <a:pPr>
              <a:spcBef>
                <a:spcPts val="600"/>
              </a:spcBef>
            </a:pPr>
            <a:r>
              <a:rPr sz="4600" b="1" i="0">
                <a:solidFill>
                  <a:srgbClr val="F7FAFC"/>
                </a:solidFill>
                <a:latin typeface="Cormorant Garamond"/>
              </a:rPr>
              <a:t>Finding, Reading &amp; Understanding Emails Like a Pro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94A3B8"/>
                </a:solidFill>
                <a:latin typeface="Outfit"/>
              </a:rPr>
              <a:t>Locate senders, read the address lines, open emails, and search like a pro.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Outfit"/>
              </a:rPr>
              <a:t>HorizonQuest · CTE Skill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By the end of this lesson you will be able to: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Quickly find the right sender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Understand the difference between To, Cc, and Bcc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Locate and open any email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Identify all the important parts of an email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Use the search box to find emails in seconds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These skills help you stay organized at school, in clubs, and later at work!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1. Locate the Right Sender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Every email has a From line that shows who sent it.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2200" b="1" i="0">
                <a:solidFill>
                  <a:srgbClr val="22D3EE"/>
                </a:solidFill>
                <a:latin typeface="Outfit"/>
              </a:rPr>
              <a:t>How to find the right person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Look at the From name or address at the top of the message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In your inbox, the sender's name is usually bold on the left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Seeing the same name a lot? Check the subject and date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Pro tip: people use nicknames or school accounts — double-check the full address if it looks unfamiliar.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2. To, Cc &amp; Bcc — What's the Difference?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These three boxes control who receives the email and who can see each other.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To = Primary recipients — everyone can see them — the main people the email is for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Cc = Carbon Copy — everyone can see them — people who need to know but don't have to reply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Bcc = Blind Carbon Copy — only the sender &amp; that person see it — keep an address private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2200" b="1" i="0">
                <a:solidFill>
                  <a:srgbClr val="22D3EE"/>
                </a:solidFill>
                <a:latin typeface="Outfit"/>
              </a:rPr>
              <a:t>Easy way to remember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To = the main people   ·   Cc = "just so you know" (visible)   ·   Bcc = secret copy (hidden)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To / Cc / Bcc —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You email your teacher about a project: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To: your teacher  (the main person)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Cc: your project partner  (needs to see it)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Bcc: your parent  (can see it without everyone knowing)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3. Locate and Open an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Open your email app or website (Gmail, Outlook, school email)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Go to your Inbox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Scroll or look for the email you want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Click or tap the email once — it opens and shows the full message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Quick tip: unread emails are usually bold; once opened they become regular 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4. Parts of an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From → who sent it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To / Cc / Bcc → who received it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Date &amp; Time → when it was sent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Subject → short title telling you what it's about (very important!)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Body → the actual message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Attachments → files or pictures (look for a paperclip)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Signature → the sender's name and contact info at the bottom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Reply / Reply All / Forward → ways to respond or share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5. Using the Search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The search box is your superpower for finding emails fast (look for the magnifying glass).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from:ms.rivera  →  emails from Ms. Rivera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subject:project  →  emails with "project" in the subject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has:attachment  →  emails with files attached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is:unread  →  only unread emails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after:2026/08/01  →  emails after a date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Combine words to get very specific results!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Quick Practice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Find the Sender — write down a teacher/friend's full From address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To/Cc/Bcc Check — open an email: who's in To? anyone in Cc/Bcc? why?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Parts Hunt — label Subject, From, Date, Body, and Attachments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Search Challenge — find an email from a person, one with an attachment, and an unread one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Mental Map — teacher, partner, parent: which goes in To, Cc, or Bcc?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Always check the From and Subject first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To = main people · Cc = visible extras · Bcc = secret extras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The search box saves huge amounts of time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Knowing the parts of an email helps you read and reply confidently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You're now ready to handle email like a pro!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