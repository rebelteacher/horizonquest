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64592" cy="1828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2D3EE"/>
                </a:solidFill>
                <a:latin typeface="Outfit"/>
              </a:rPr>
              <a:t>SPREADSHEETS · BLOCK 2</a:t>
            </a:r>
          </a:p>
          <a:p>
            <a:pPr>
              <a:spcBef>
                <a:spcPts val="600"/>
              </a:spcBef>
            </a:pPr>
            <a:r>
              <a:rPr sz="4600" b="1" i="0">
                <a:solidFill>
                  <a:srgbClr val="F7FAFC"/>
                </a:solidFill>
                <a:latin typeface="Cormorant Garamond"/>
              </a:rPr>
              <a:t>Analyzing &amp; Charting Data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94A3B8"/>
                </a:solidFill>
                <a:latin typeface="Outfit"/>
              </a:rPr>
              <a:t>Find highs and lows, sort, and visualize.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Outfit"/>
              </a:rPr>
              <a:t>HorizonQuest · CTE Skill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By the end of this lesson you will be able to: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Use MAX and MIN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Build a summary row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Sort data correctly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Make a bar chart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MAX &amp;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=MAX(A1:A10) returns the largest value.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=MIN(A1:A10) returns the smallest value.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Perfect for finding top and bottom scores fast.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Summary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 summary row often combines SUM, AVERAGE, MAX and MIN.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Usually placed at the bottom of your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Sorting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Ascending = A-&gt;Z or smallest-&gt;largest.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Descending = largest-&gt;smallest.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Select the WHOLE table so rows stay together.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Bar 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 bar chart compares amounts across categories.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Select your data, then Insert -&gt; Chart.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Give the chart a clear title.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MAX = highest, MIN = lowest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Summary rows go at the bottom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Sort the whole table, not one column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Bar charts compare categories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