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WORD PROCESSING · BLOCK 1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The Interface &amp; Text Basics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Meet the Ribbon and style text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Find tools on the Ribbon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Apply Bold, Italic &amp; Underline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Change the font family and size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Change text color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The Ribbon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Ribbon is the strip of tabs and buttons across the top.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Home tab holds your everyday tools: fonts, styles, alignment.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Tip: hover a button to see what it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Bold, Italic &amp; Underline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Bold = thicker/darker (Ctrl+B)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Italic = slanted (Ctrl+I)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Underline = a line beneath (Ctrl+U)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Select your text first, then click the button.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Font Family &amp;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Font family = the typeface (Arial, Calibri, Times...)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Font size is measured in points — bigger number = bigger text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a larger, bold font for titles.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Text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Text Color button changes the color of the letters.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Its icon is a letter 'A' with a colored bar underneath.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Use color for emphasis — don't overdo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Ribbon holds your tools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Select text before you format it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Bold/Italic/Underline add emphasis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Titles: larger + bold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