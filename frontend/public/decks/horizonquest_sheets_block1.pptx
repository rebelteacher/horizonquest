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64592" cy="18288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2D3EE"/>
                </a:solidFill>
                <a:latin typeface="Outfit"/>
              </a:rPr>
              <a:t>SPREADSHEETS · BLOCK 1</a:t>
            </a:r>
          </a:p>
          <a:p>
            <a:pPr>
              <a:spcBef>
                <a:spcPts val="600"/>
              </a:spcBef>
            </a:pPr>
            <a:r>
              <a:rPr sz="4600" b="1" i="0">
                <a:solidFill>
                  <a:srgbClr val="F7FAFC"/>
                </a:solidFill>
                <a:latin typeface="Cormorant Garamond"/>
              </a:rPr>
              <a:t>Spreadsheet Basics &amp; Formulas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94A3B8"/>
                </a:solidFill>
                <a:latin typeface="Outfit"/>
              </a:rPr>
              <a:t>Cells, references, and your first formulas.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2D3EE"/>
                </a:solidFill>
                <a:latin typeface="Outfit"/>
              </a:rPr>
              <a:t>HorizonQuest · CTE Skill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Learning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By the end of this lesson you will be able to: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Name cells with column-row references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Start every formula with =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Use SUM and AVERAGE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Use COUNT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Cells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 cell is a single box; columns are letters, rows are numbers.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'B3' means column B, row 3.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 range like A1:A5 means cells A1 through A5.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Formulas Start With =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Every formula begins with the equals sign.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=A1+A2 adds two cells.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No = sign? It shows as plain text and won't calculate.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SUM &amp; AVERAGE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=SUM(A1:A5) adds the values in the range.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=AVERAGE(B1:B4) finds the mean (adds, then divides).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Change a number and the formula updates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=COUNT(A1:A10) counts how many cells contain numbers.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COUNT counts; SUM totals — don't mix them 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Reference = column letter + row number (B3)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Every formula starts with =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SUM totals, AVERAGE means, COUNT counts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Formulas update when the data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