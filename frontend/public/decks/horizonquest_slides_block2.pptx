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PRESENTATIONS · BLOCK 2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Designing Your Slides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Layouts, themes, images, and charts.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Pick the right slide layout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Apply a consistent theme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relevant images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Insert a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layout decides where titles, text, and images sit.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Pick the layout before adding content to save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theme controls colors, fonts, and the overall look.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One theme across all slides keeps it consistent and professional.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Choose colors with good contrast so text is readable.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clear, relevant images to support your point.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Resize so images fit without covering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chart shows data visually — a trend or comparison at a glance.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Insert -&gt; Chart; give it a clear title.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Layout first, then content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One theme = consistent &amp; professional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Relevant images support the point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Charts show trends at a glance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